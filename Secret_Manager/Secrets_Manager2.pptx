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4"/>
  </p:notesMasterIdLst>
  <p:sldIdLst>
    <p:sldId id="264" r:id="rId2"/>
    <p:sldId id="269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FB184C-35BB-4772-A053-82F73FA395F9}" v="11" dt="2026-01-11T17:14:54.1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AN MADAN" userId="60365df6-8cef-4ac2-a2ad-91c410f51528" providerId="ADAL" clId="{6FCA31CB-5F04-482E-8D83-E86CEFF01AB6}"/>
    <pc:docChg chg="undo redo custSel addSld delSld modSld sldOrd">
      <pc:chgData name="ROHAN MADAN" userId="60365df6-8cef-4ac2-a2ad-91c410f51528" providerId="ADAL" clId="{6FCA31CB-5F04-482E-8D83-E86CEFF01AB6}" dt="2026-01-11T17:17:08.976" v="2678" actId="47"/>
      <pc:docMkLst>
        <pc:docMk/>
      </pc:docMkLst>
      <pc:sldChg chg="addSp delSp modSp mod">
        <pc:chgData name="ROHAN MADAN" userId="60365df6-8cef-4ac2-a2ad-91c410f51528" providerId="ADAL" clId="{6FCA31CB-5F04-482E-8D83-E86CEFF01AB6}" dt="2026-01-11T17:11:53.007" v="2650" actId="20577"/>
        <pc:sldMkLst>
          <pc:docMk/>
          <pc:sldMk cId="2958942382" sldId="264"/>
        </pc:sldMkLst>
        <pc:spChg chg="mod">
          <ac:chgData name="ROHAN MADAN" userId="60365df6-8cef-4ac2-a2ad-91c410f51528" providerId="ADAL" clId="{6FCA31CB-5F04-482E-8D83-E86CEFF01AB6}" dt="2026-01-11T17:10:13.455" v="2628" actId="20577"/>
          <ac:spMkLst>
            <pc:docMk/>
            <pc:sldMk cId="2958942382" sldId="264"/>
            <ac:spMk id="2" creationId="{DD119394-D2F5-381A-06FA-25D29D0C7E4B}"/>
          </ac:spMkLst>
        </pc:spChg>
        <pc:spChg chg="add del mod">
          <ac:chgData name="ROHAN MADAN" userId="60365df6-8cef-4ac2-a2ad-91c410f51528" providerId="ADAL" clId="{6FCA31CB-5F04-482E-8D83-E86CEFF01AB6}" dt="2026-01-11T17:11:53.007" v="2650" actId="20577"/>
          <ac:spMkLst>
            <pc:docMk/>
            <pc:sldMk cId="2958942382" sldId="264"/>
            <ac:spMk id="5" creationId="{B3B72E88-B46B-5F9A-4784-0F0803705ED7}"/>
          </ac:spMkLst>
        </pc:spChg>
      </pc:sldChg>
      <pc:sldChg chg="addSp delSp modSp del mod ord">
        <pc:chgData name="ROHAN MADAN" userId="60365df6-8cef-4ac2-a2ad-91c410f51528" providerId="ADAL" clId="{6FCA31CB-5F04-482E-8D83-E86CEFF01AB6}" dt="2026-01-11T17:17:04.647" v="2673" actId="47"/>
        <pc:sldMkLst>
          <pc:docMk/>
          <pc:sldMk cId="2514265251" sldId="268"/>
        </pc:sldMkLst>
        <pc:spChg chg="mod">
          <ac:chgData name="ROHAN MADAN" userId="60365df6-8cef-4ac2-a2ad-91c410f51528" providerId="ADAL" clId="{6FCA31CB-5F04-482E-8D83-E86CEFF01AB6}" dt="2026-01-08T17:17:45.762" v="2466" actId="404"/>
          <ac:spMkLst>
            <pc:docMk/>
            <pc:sldMk cId="2514265251" sldId="268"/>
            <ac:spMk id="2" creationId="{7723ABD1-4445-E176-9666-BAB0C1D338B7}"/>
          </ac:spMkLst>
        </pc:spChg>
        <pc:graphicFrameChg chg="add mod ord modGraphic">
          <ac:chgData name="ROHAN MADAN" userId="60365df6-8cef-4ac2-a2ad-91c410f51528" providerId="ADAL" clId="{6FCA31CB-5F04-482E-8D83-E86CEFF01AB6}" dt="2026-01-08T17:18:41.505" v="2477" actId="14734"/>
          <ac:graphicFrameMkLst>
            <pc:docMk/>
            <pc:sldMk cId="2514265251" sldId="268"/>
            <ac:graphicFrameMk id="4" creationId="{D6C65865-3213-AD34-AE86-D9456CA9D64C}"/>
          </ac:graphicFrameMkLst>
        </pc:graphicFrameChg>
      </pc:sldChg>
      <pc:sldChg chg="modSp add mod ord">
        <pc:chgData name="ROHAN MADAN" userId="60365df6-8cef-4ac2-a2ad-91c410f51528" providerId="ADAL" clId="{6FCA31CB-5F04-482E-8D83-E86CEFF01AB6}" dt="2026-01-11T17:16:09.580" v="2672" actId="403"/>
        <pc:sldMkLst>
          <pc:docMk/>
          <pc:sldMk cId="892809935" sldId="269"/>
        </pc:sldMkLst>
        <pc:spChg chg="mod">
          <ac:chgData name="ROHAN MADAN" userId="60365df6-8cef-4ac2-a2ad-91c410f51528" providerId="ADAL" clId="{6FCA31CB-5F04-482E-8D83-E86CEFF01AB6}" dt="2026-01-11T17:14:09.528" v="2654" actId="27636"/>
          <ac:spMkLst>
            <pc:docMk/>
            <pc:sldMk cId="892809935" sldId="269"/>
            <ac:spMk id="2" creationId="{0A0749EB-F545-11DD-99F9-8A5EDE2AF774}"/>
          </ac:spMkLst>
        </pc:spChg>
        <pc:spChg chg="mod">
          <ac:chgData name="ROHAN MADAN" userId="60365df6-8cef-4ac2-a2ad-91c410f51528" providerId="ADAL" clId="{6FCA31CB-5F04-482E-8D83-E86CEFF01AB6}" dt="2026-01-11T17:16:09.580" v="2672" actId="403"/>
          <ac:spMkLst>
            <pc:docMk/>
            <pc:sldMk cId="892809935" sldId="269"/>
            <ac:spMk id="5" creationId="{E89F3BD8-3DF0-B01D-8050-52BE576C2C9F}"/>
          </ac:spMkLst>
        </pc:spChg>
      </pc:sldChg>
      <pc:sldChg chg="addSp delSp modSp add del mod">
        <pc:chgData name="ROHAN MADAN" userId="60365df6-8cef-4ac2-a2ad-91c410f51528" providerId="ADAL" clId="{6FCA31CB-5F04-482E-8D83-E86CEFF01AB6}" dt="2026-01-11T17:17:05.569" v="2674" actId="47"/>
        <pc:sldMkLst>
          <pc:docMk/>
          <pc:sldMk cId="3542950881" sldId="270"/>
        </pc:sldMkLst>
        <pc:spChg chg="mod">
          <ac:chgData name="ROHAN MADAN" userId="60365df6-8cef-4ac2-a2ad-91c410f51528" providerId="ADAL" clId="{6FCA31CB-5F04-482E-8D83-E86CEFF01AB6}" dt="2026-01-08T17:19:05.379" v="2478"/>
          <ac:spMkLst>
            <pc:docMk/>
            <pc:sldMk cId="3542950881" sldId="270"/>
            <ac:spMk id="2" creationId="{5EBDD824-9F53-7A2F-87DC-B25826C5E6DC}"/>
          </ac:spMkLst>
        </pc:spChg>
        <pc:graphicFrameChg chg="add mod ord modGraphic">
          <ac:chgData name="ROHAN MADAN" userId="60365df6-8cef-4ac2-a2ad-91c410f51528" providerId="ADAL" clId="{6FCA31CB-5F04-482E-8D83-E86CEFF01AB6}" dt="2026-01-08T17:19:51.598" v="2489" actId="1076"/>
          <ac:graphicFrameMkLst>
            <pc:docMk/>
            <pc:sldMk cId="3542950881" sldId="270"/>
            <ac:graphicFrameMk id="3" creationId="{0427A6F2-A087-6D5F-030E-0F4CB87F2722}"/>
          </ac:graphicFrameMkLst>
        </pc:graphicFrameChg>
      </pc:sldChg>
      <pc:sldChg chg="addSp modSp add del mod">
        <pc:chgData name="ROHAN MADAN" userId="60365df6-8cef-4ac2-a2ad-91c410f51528" providerId="ADAL" clId="{6FCA31CB-5F04-482E-8D83-E86CEFF01AB6}" dt="2026-01-11T17:17:06.449" v="2675" actId="47"/>
        <pc:sldMkLst>
          <pc:docMk/>
          <pc:sldMk cId="2242133389" sldId="271"/>
        </pc:sldMkLst>
        <pc:spChg chg="mod">
          <ac:chgData name="ROHAN MADAN" userId="60365df6-8cef-4ac2-a2ad-91c410f51528" providerId="ADAL" clId="{6FCA31CB-5F04-482E-8D83-E86CEFF01AB6}" dt="2026-01-08T17:21:59.718" v="2493" actId="20577"/>
          <ac:spMkLst>
            <pc:docMk/>
            <pc:sldMk cId="2242133389" sldId="271"/>
            <ac:spMk id="2" creationId="{6C01DB6A-2B4E-8EF6-F5C0-EBF934CFC2D5}"/>
          </ac:spMkLst>
        </pc:spChg>
        <pc:spChg chg="mod">
          <ac:chgData name="ROHAN MADAN" userId="60365df6-8cef-4ac2-a2ad-91c410f51528" providerId="ADAL" clId="{6FCA31CB-5F04-482E-8D83-E86CEFF01AB6}" dt="2026-01-08T17:30:23.828" v="2549" actId="27636"/>
          <ac:spMkLst>
            <pc:docMk/>
            <pc:sldMk cId="2242133389" sldId="271"/>
            <ac:spMk id="5" creationId="{9BED68BA-93B1-FCBD-6857-CBB58C89F618}"/>
          </ac:spMkLst>
        </pc:spChg>
      </pc:sldChg>
      <pc:sldChg chg="modSp add del mod">
        <pc:chgData name="ROHAN MADAN" userId="60365df6-8cef-4ac2-a2ad-91c410f51528" providerId="ADAL" clId="{6FCA31CB-5F04-482E-8D83-E86CEFF01AB6}" dt="2026-01-11T17:17:07.015" v="2676" actId="47"/>
        <pc:sldMkLst>
          <pc:docMk/>
          <pc:sldMk cId="3784460436" sldId="273"/>
        </pc:sldMkLst>
        <pc:spChg chg="mod">
          <ac:chgData name="ROHAN MADAN" userId="60365df6-8cef-4ac2-a2ad-91c410f51528" providerId="ADAL" clId="{6FCA31CB-5F04-482E-8D83-E86CEFF01AB6}" dt="2026-01-08T17:31:11.244" v="2552" actId="20577"/>
          <ac:spMkLst>
            <pc:docMk/>
            <pc:sldMk cId="3784460436" sldId="273"/>
            <ac:spMk id="2" creationId="{35571A01-255E-55DB-9D1A-12D96F7221DB}"/>
          </ac:spMkLst>
        </pc:spChg>
        <pc:spChg chg="mod">
          <ac:chgData name="ROHAN MADAN" userId="60365df6-8cef-4ac2-a2ad-91c410f51528" providerId="ADAL" clId="{6FCA31CB-5F04-482E-8D83-E86CEFF01AB6}" dt="2026-01-08T17:32:30.997" v="2576"/>
          <ac:spMkLst>
            <pc:docMk/>
            <pc:sldMk cId="3784460436" sldId="273"/>
            <ac:spMk id="5" creationId="{2054C751-628D-44F1-EFEF-961618CB9994}"/>
          </ac:spMkLst>
        </pc:spChg>
      </pc:sldChg>
      <pc:sldChg chg="modSp add del mod">
        <pc:chgData name="ROHAN MADAN" userId="60365df6-8cef-4ac2-a2ad-91c410f51528" providerId="ADAL" clId="{6FCA31CB-5F04-482E-8D83-E86CEFF01AB6}" dt="2026-01-11T17:17:08.235" v="2677" actId="47"/>
        <pc:sldMkLst>
          <pc:docMk/>
          <pc:sldMk cId="449678935" sldId="274"/>
        </pc:sldMkLst>
        <pc:spChg chg="mod">
          <ac:chgData name="ROHAN MADAN" userId="60365df6-8cef-4ac2-a2ad-91c410f51528" providerId="ADAL" clId="{6FCA31CB-5F04-482E-8D83-E86CEFF01AB6}" dt="2026-01-08T17:34:20.717" v="2582" actId="20577"/>
          <ac:spMkLst>
            <pc:docMk/>
            <pc:sldMk cId="449678935" sldId="274"/>
            <ac:spMk id="2" creationId="{41A03828-02DC-38E4-427A-AAD8F80EE6E7}"/>
          </ac:spMkLst>
        </pc:spChg>
        <pc:spChg chg="mod">
          <ac:chgData name="ROHAN MADAN" userId="60365df6-8cef-4ac2-a2ad-91c410f51528" providerId="ADAL" clId="{6FCA31CB-5F04-482E-8D83-E86CEFF01AB6}" dt="2026-01-08T17:36:14.266" v="2599" actId="207"/>
          <ac:spMkLst>
            <pc:docMk/>
            <pc:sldMk cId="449678935" sldId="274"/>
            <ac:spMk id="5" creationId="{9D1904A1-4562-DF51-1059-B7A80835FC7E}"/>
          </ac:spMkLst>
        </pc:spChg>
      </pc:sldChg>
      <pc:sldChg chg="add del">
        <pc:chgData name="ROHAN MADAN" userId="60365df6-8cef-4ac2-a2ad-91c410f51528" providerId="ADAL" clId="{6FCA31CB-5F04-482E-8D83-E86CEFF01AB6}" dt="2026-01-11T17:17:08.976" v="2678" actId="47"/>
        <pc:sldMkLst>
          <pc:docMk/>
          <pc:sldMk cId="709646031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52BB4-4BDD-4E4C-AC9D-15F585D10217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A9E73-976B-4B28-A10B-2BAAA158D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046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A9E73-976B-4B28-A10B-2BAAA158D94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423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83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456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780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808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790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535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948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615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625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472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5411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977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41598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394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6464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732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26CA1-3EBC-4EE1-AE5B-0B187655905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70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19394-D2F5-381A-06FA-25D29D0C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22131"/>
            <a:ext cx="10177599" cy="763989"/>
          </a:xfrm>
        </p:spPr>
        <p:txBody>
          <a:bodyPr>
            <a:normAutofit/>
          </a:bodyPr>
          <a:lstStyle/>
          <a:p>
            <a:r>
              <a:rPr lang="en-IN" dirty="0"/>
              <a:t>Secrets Rotation Schedule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B72E88-B46B-5F9A-4784-0F0803705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58" y="969484"/>
            <a:ext cx="9911771" cy="5583715"/>
          </a:xfrm>
        </p:spPr>
        <p:txBody>
          <a:bodyPr>
            <a:normAutofit/>
          </a:bodyPr>
          <a:lstStyle/>
          <a:p>
            <a:r>
              <a:rPr lang="en-US" sz="2800" dirty="0"/>
              <a:t>Secret rotation is the process of periodically updating or replacing sensitive information (secrets) such as passwords, API keys, or encryption keys.</a:t>
            </a:r>
          </a:p>
          <a:p>
            <a:r>
              <a:rPr lang="en-US" sz="2800" dirty="0"/>
              <a:t>Rotating secrets helps to minimize the risk of unauthorized access or misuse of secrets, particularly if they have been compromised or leaked.</a:t>
            </a:r>
          </a:p>
          <a:p>
            <a:r>
              <a:rPr lang="en-US" sz="2800" dirty="0"/>
              <a:t>To rotate a secret, add a new secret version to an existing secret.</a:t>
            </a:r>
          </a:p>
          <a:p>
            <a:r>
              <a:rPr lang="en-US" sz="2800" dirty="0"/>
              <a:t>The most recently added secret version on a secret can be referenced using the latest alias.</a:t>
            </a:r>
          </a:p>
        </p:txBody>
      </p:sp>
    </p:spTree>
    <p:extLst>
      <p:ext uri="{BB962C8B-B14F-4D97-AF65-F5344CB8AC3E}">
        <p14:creationId xmlns:p14="http://schemas.microsoft.com/office/powerpoint/2010/main" val="2958942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4377F-C159-51EF-8DF0-BBC9D9E05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749EB-F545-11DD-99F9-8A5EDE2A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22131"/>
            <a:ext cx="10177599" cy="763989"/>
          </a:xfrm>
        </p:spPr>
        <p:txBody>
          <a:bodyPr>
            <a:normAutofit/>
          </a:bodyPr>
          <a:lstStyle/>
          <a:p>
            <a:r>
              <a:rPr lang="en-US" dirty="0"/>
              <a:t>Delay destruction of secret versions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9F3BD8-3DF0-B01D-8050-52BE576C2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59" y="969484"/>
            <a:ext cx="10177598" cy="5583715"/>
          </a:xfrm>
        </p:spPr>
        <p:txBody>
          <a:bodyPr>
            <a:normAutofit/>
          </a:bodyPr>
          <a:lstStyle/>
          <a:p>
            <a:r>
              <a:rPr lang="en-US" sz="2400" dirty="0"/>
              <a:t>By default, when a user chooses to destroy a secret version in Secret Manager, the secret material is destroyed immediately and permanently.</a:t>
            </a:r>
          </a:p>
          <a:p>
            <a:r>
              <a:rPr lang="en-US" sz="2400" dirty="0"/>
              <a:t>However, users with the Secret Manager Admin role can set up delayed destruction of secret versions, which ensures that the secret version isn't destroyed immediately upon request and remains recoverable for a configurable duration.</a:t>
            </a:r>
            <a:endParaRPr lang="en-US" sz="3600" b="1" dirty="0"/>
          </a:p>
          <a:p>
            <a:r>
              <a:rPr lang="en-US" sz="2400" dirty="0"/>
              <a:t>When delayed destruction is enabled on the secret and you destroy a secret version, the following occurs:</a:t>
            </a:r>
          </a:p>
          <a:p>
            <a:pPr lvl="1"/>
            <a:r>
              <a:rPr lang="en-US" sz="2000" dirty="0"/>
              <a:t>The version is disabled, preventing its use.</a:t>
            </a:r>
          </a:p>
          <a:p>
            <a:pPr lvl="1"/>
            <a:r>
              <a:rPr lang="en-US" sz="2000" dirty="0"/>
              <a:t>The system schedules the version for permanent destruction at the end of the delay period.</a:t>
            </a:r>
          </a:p>
          <a:p>
            <a:pPr lvl="1"/>
            <a:r>
              <a:rPr lang="en-US" sz="2000" dirty="0"/>
              <a:t>After the delay period expires, the secret version is permanently and irrevocably destroyed.</a:t>
            </a:r>
          </a:p>
        </p:txBody>
      </p:sp>
    </p:spTree>
    <p:extLst>
      <p:ext uri="{BB962C8B-B14F-4D97-AF65-F5344CB8AC3E}">
        <p14:creationId xmlns:p14="http://schemas.microsoft.com/office/powerpoint/2010/main" val="89280993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4371</TotalTime>
  <Words>212</Words>
  <Application>Microsoft Office PowerPoint</Application>
  <PresentationFormat>Widescreen</PresentationFormat>
  <Paragraphs>13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Trebuchet MS</vt:lpstr>
      <vt:lpstr>Wingdings 3</vt:lpstr>
      <vt:lpstr>Facet</vt:lpstr>
      <vt:lpstr>Secrets Rotation Schedule</vt:lpstr>
      <vt:lpstr>Delay destruction of secret versions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Firewall Policies</dc:title>
  <dc:creator>ROHAN MADAN</dc:creator>
  <cp:lastModifiedBy>ROHAN MADAN</cp:lastModifiedBy>
  <cp:revision>64</cp:revision>
  <dcterms:created xsi:type="dcterms:W3CDTF">2023-01-18T10:29:04Z</dcterms:created>
  <dcterms:modified xsi:type="dcterms:W3CDTF">2026-01-11T17:17:10Z</dcterms:modified>
</cp:coreProperties>
</file>